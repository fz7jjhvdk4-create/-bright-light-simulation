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33333"/>
                </a:solidFill>
              </a:rPr>
              <a:t>Lösningsförslag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Bright Light Solutions - Kvalitetsutredning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0000"/>
                </a:solidFill>
              </a:rPr>
              <a:t>ENDAST FÖR LÄRARE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</a:rPr>
              <a:t>Problemsammanfattning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Mätpunkt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Reklamationer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Kostnad (MSEK)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Kostnad/rek (kr)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4 152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5 097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5 667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0000"/>
                </a:solidFill>
              </a:rPr>
              <a:t>Värst drabbade: IndustriLux 500W (46% av reklamationer)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</a:rPr>
              <a:t>Identifierade rotorsaker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200400"/>
                <a:gridCol w="91440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Rotorsak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Nyckelbevis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AsiaCore drivdon (undermålig MTBF)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Leverantörsdata, Thomas mejl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Bristande JUKI-utbildning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Utbildningsplan, Kenneth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Hög personalomsättning kvällsskift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Personaldata, Emma/Peter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Bristande skiftöverlämning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Skiftloggbok, Emma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Otillräcklig inkommande kontroll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Karin, reklamationsdata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Rotorsak 1: AsiaCore drivdon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0000"/>
                </a:solidFill>
              </a:rPr>
              <a:t>Impact: 35% av problemet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Beskrivning: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2022: Thomas bytte till AsiaCore för 30% lägre pris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MTBF 35 000h istället för spec 50 000h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AsiaCore står för 78% av alla drivdonsfel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Mejl från Thomas bevisar medveten kompromiss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3716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Åtgärdsförslag: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Återgå till ElektroTech eller kvalificera ny leverantör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Utöka inkommande kontroll till 100% för drivdon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Uppskattad kostnad: 200 000 kr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Effekt: ~35% minskning av reklamationer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Rotorsak 2: Bristande JUKI-utbildning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0000"/>
                </a:solidFill>
              </a:rPr>
              <a:t>Impact: 25% av problemet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Beskrivning: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Ny JUKI-lödstation installerad feb 2023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Rekommenderad utbildning: 5 dagar (40h)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Genomförd utbildning: 2 halvdagar (8h)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Kvällsskiftet har ingen senior JUKI-operatör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3716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Åtgärdsförslag: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Genomför full utbildning med Anders Krantz (JUKI)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Skapa interna certifieringskrav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Uppskattad kostnad: 150 000 kr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Effekt: ~25% minskning av monteringsfel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Rotorsak 3: Hög personalomsättning kvällsskift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0000"/>
                </a:solidFill>
              </a:rPr>
              <a:t>Impact: 25% av problemet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Beskrivning: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Kvällsskift: 35% omsättning vs 8% dagskift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Snitt anställningstid kväll: 8 månader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Kvällsskift står för 60% av monteringsfel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Exitintervjuer: stress, dålig upplärning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3716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Åtgärdsförslag: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Strukturerat mentorprogram dag→kväll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Förbättrade arbetsvillkor kvällsskift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Minst 1 senior operatör per skift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Uppskattad kostnad: 250 000 kr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Effekt: Minskad omsättning, färre fel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Rotorsaker 4 &amp; 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4. Bristande skiftöverlämning (10%)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Problem: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Överlappning minskad från 30 till 15 min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Information faller mellan stolarna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Åtgärd: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Återställ 30 min överlappning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Strukturerad överlämningschecklista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Kostnad: 100 000 kr/år (arbetstid)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5. Otillräcklig inkommande kontroll (5%)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Problem: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Endast 5% stickprov på drivdon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Bristfälliga komponenter upptäcks inte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Åtgärd: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100% kontroll av kritiska komponenter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AQL-system för övriga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Kostnad: 100 000 kr (utrustning + tid)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Sammanställning åtgärdsplan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8288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Åtgärd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Kostnad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Effekt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Byt leverantör/utöka kontroll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200 000 kr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mån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JUKI-utbildning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150 000 kr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mån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Mentorprogram + villkor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250 000 kr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mån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Utökad överlämning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100 000 kr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mån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Inkommande kontroll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100 000 kr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mån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800 000 kr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00"/>
                </a:solidFill>
              </a:rPr>
              <a:t>✓ Inom budget (800 000 kr)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6600"/>
                </a:solidFill>
              </a:rPr>
              <a:t>✓ Adresserar alla rotorsaker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6600"/>
                </a:solidFill>
              </a:rPr>
              <a:t>✓ Genomförbart inom 6 månader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Viktiga datapunkter från Excel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Reklamationsdata: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78% av drivdonsfel från AsiaCore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60% av monteringsfel från kvällsskift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IndustriLux 500W = 46% av alla reklamationer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Leverantörsdata: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AsiaCore MTBF: 35 000h (spec: 50 000h)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AsiaCore felfrekvens: 4.8% (spec: &lt;2%)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Pris: 340 kr vs ElektroTech 485 kr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Personaldata: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Kvällsskift omsättning: 35%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Dagskift omsättning: 8%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Snitt anställningstid kväll: 1.4 år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Utbildningsdata: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JUKI rekommenderat: 40h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JUKI genomfört: 8h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Gap: 32 timmar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Intervjutips - vem avslöjar vad?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Avslöjar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Svårighetsgrad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Karin (Kvalitet)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Överblick, pekar mot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Lätt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Thomas (Inköp)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AsiaCore-mejlet (om pressad)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Svår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Mikael (Produktion)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Kvällsskiftsproblem, JUKI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Kenneth (Operatör dag)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JUKI-problem, skiftkaos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Lätt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Emma (Operatör kväll)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Frustration, överlämning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Lätt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Peter (HR)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Omsättningsdata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Anders (JUKI-extern)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Utbildningsgap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Lösningsförslag - Kvalitetsutredning</dc:title>
  <dc:subject>Facit och lösningsförslag för BLS-simuleringen</dc:subject>
  <dc:creator>Bright Light Solutions</dc:creator>
  <cp:lastModifiedBy>Bright Light Solutions</cp:lastModifiedBy>
  <cp:revision>1</cp:revision>
  <dcterms:created xsi:type="dcterms:W3CDTF">2026-01-23T23:35:19Z</dcterms:created>
  <dcterms:modified xsi:type="dcterms:W3CDTF">2026-01-23T23:35:19Z</dcterms:modified>
</cp:coreProperties>
</file>